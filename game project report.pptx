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7" r:id="rId2"/>
    <p:sldId id="264" r:id="rId3"/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2F8B6EA-9FCC-4128-A915-7515C6E4ADC5}" v="1" dt="2026-06-17T11:12:11.80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MKAR HATTALI" userId="0a003c4ac57eb687" providerId="LiveId" clId="{00A0D45A-850C-4E62-A114-87007617CF87}"/>
    <pc:docChg chg="addSld delSld modSld sldOrd">
      <pc:chgData name="OMKAR HATTALI" userId="0a003c4ac57eb687" providerId="LiveId" clId="{00A0D45A-850C-4E62-A114-87007617CF87}" dt="2026-06-17T11:14:59.234" v="30" actId="1076"/>
      <pc:docMkLst>
        <pc:docMk/>
      </pc:docMkLst>
      <pc:sldChg chg="del">
        <pc:chgData name="OMKAR HATTALI" userId="0a003c4ac57eb687" providerId="LiveId" clId="{00A0D45A-850C-4E62-A114-87007617CF87}" dt="2026-06-17T10:46:44.827" v="0" actId="2696"/>
        <pc:sldMkLst>
          <pc:docMk/>
          <pc:sldMk cId="3558154541" sldId="265"/>
        </pc:sldMkLst>
      </pc:sldChg>
      <pc:sldChg chg="addSp modSp new mod ord">
        <pc:chgData name="OMKAR HATTALI" userId="0a003c4ac57eb687" providerId="LiveId" clId="{00A0D45A-850C-4E62-A114-87007617CF87}" dt="2026-06-17T11:14:59.234" v="30" actId="1076"/>
        <pc:sldMkLst>
          <pc:docMk/>
          <pc:sldMk cId="607609798" sldId="267"/>
        </pc:sldMkLst>
        <pc:spChg chg="add mod">
          <ac:chgData name="OMKAR HATTALI" userId="0a003c4ac57eb687" providerId="LiveId" clId="{00A0D45A-850C-4E62-A114-87007617CF87}" dt="2026-06-17T11:13:29.367" v="26" actId="255"/>
          <ac:spMkLst>
            <pc:docMk/>
            <pc:sldMk cId="607609798" sldId="267"/>
            <ac:spMk id="2" creationId="{799A6ABE-B61D-D045-03FE-2B3B2A61A128}"/>
          </ac:spMkLst>
        </pc:spChg>
        <pc:picChg chg="add mod">
          <ac:chgData name="OMKAR HATTALI" userId="0a003c4ac57eb687" providerId="LiveId" clId="{00A0D45A-850C-4E62-A114-87007617CF87}" dt="2026-06-17T11:14:59.234" v="30" actId="1076"/>
          <ac:picMkLst>
            <pc:docMk/>
            <pc:sldMk cId="607609798" sldId="267"/>
            <ac:picMk id="4" creationId="{19874249-1A37-2802-7DED-AA44A1F474C4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76C153-6B30-5663-7EFA-203AF59A76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D1D6ABB-5C41-51D1-B38C-1B793CC540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645E62-6E63-45ED-EBAD-AD39B79D21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A5208C-5E5A-4AE5-BC69-16516934A0E5}" type="datetimeFigureOut">
              <a:rPr lang="en-IN" smtClean="0"/>
              <a:t>17-06-2026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1ACB97-61B6-6FA9-985C-DE0EF7DF95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DC4E57-9491-FEF9-CEAC-24E5A5214A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F3B05-9B23-4FC7-B9FB-867643DD65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58205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EE2DB6-C21F-13F0-4081-E7427610B1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A198CA-7710-E05E-D153-57D09D6DCA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CA4093-5D34-1AE7-EA3A-C2D720B0F2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A5208C-5E5A-4AE5-BC69-16516934A0E5}" type="datetimeFigureOut">
              <a:rPr lang="en-IN" smtClean="0"/>
              <a:t>17-06-2026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F7E4FB-0392-61D6-7EBE-D5503FE68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5327B7-7E4B-02FF-929C-FA0DD552F4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F3B05-9B23-4FC7-B9FB-867643DD65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17674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A4F16A-DB37-F008-0390-D7E3F37E87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566634-E31C-FEA4-942A-2418459A1B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236228-E41F-D912-A879-D5D98FC6A7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A5208C-5E5A-4AE5-BC69-16516934A0E5}" type="datetimeFigureOut">
              <a:rPr lang="en-IN" smtClean="0"/>
              <a:t>17-06-2026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F74B53-A99F-F569-BEEA-80483C55BE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EA7988-B4F4-2130-A620-E65A4203D3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F3B05-9B23-4FC7-B9FB-867643DD65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8589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D217C9-1DBC-0890-9B05-DCAB379542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C24426-6F13-09EE-D1E2-55EB7376A28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10C616-43AD-5799-B8F6-3E192365DF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67AA63-794D-85EF-9289-7A933CF29B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A5208C-5E5A-4AE5-BC69-16516934A0E5}" type="datetimeFigureOut">
              <a:rPr lang="en-IN" smtClean="0"/>
              <a:t>17-06-2026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716BCE-878F-AE01-2087-05A5E57110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8A9D8F-1DBF-431B-911E-D7575A4FF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F3B05-9B23-4FC7-B9FB-867643DD65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04497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DBD9A-1065-FE67-EDB8-0912C535FA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7F316F-F31C-8ABF-6772-A00936C317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0BD84F9-4102-3D8A-8FB0-52FD088AD1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D400129-55A7-464E-6ADC-B82E0D6AB28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BA81B03-1E0B-E9BE-438F-0304519CAEC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DCB7985-73CA-F038-AC6E-114C7F052D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A5208C-5E5A-4AE5-BC69-16516934A0E5}" type="datetimeFigureOut">
              <a:rPr lang="en-IN" smtClean="0"/>
              <a:t>17-06-2026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C938D24-B306-48B9-BC1D-722E34EE67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0851157-D813-9C77-00EE-908B019885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F3B05-9B23-4FC7-B9FB-867643DD65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44804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27CC2B-0D68-A016-4AA7-75E5CA68E1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6407196-898F-8218-AA70-1BCD0B101B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A5208C-5E5A-4AE5-BC69-16516934A0E5}" type="datetimeFigureOut">
              <a:rPr lang="en-IN" smtClean="0"/>
              <a:t>17-06-2026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889B9AD-C617-0E5E-3137-E4EA634A76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678A5ED-EB66-1DAD-7914-4AD9458A7B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F3B05-9B23-4FC7-B9FB-867643DD65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19277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8C449CC-FA85-A611-2E1C-27DDC89EF5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A5208C-5E5A-4AE5-BC69-16516934A0E5}" type="datetimeFigureOut">
              <a:rPr lang="en-IN" smtClean="0"/>
              <a:t>17-06-2026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DFE757C-C987-0988-76F8-21D3EFCDA3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2C3F83-12DB-7916-A661-4DD542C811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F3B05-9B23-4FC7-B9FB-867643DD65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50548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C82BE4-E2F5-23F0-6C24-11F66920FB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DEDFD4-26AA-03B1-CD96-FC850571C5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305154-B12C-01F2-58AC-6438CCD039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91281D-C84D-6525-AE71-656B3AE23C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A5208C-5E5A-4AE5-BC69-16516934A0E5}" type="datetimeFigureOut">
              <a:rPr lang="en-IN" smtClean="0"/>
              <a:t>17-06-2026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BDB4E6-81AD-F5B6-21B8-0AA662DBB7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1AB80C-0FB1-7648-C91D-3A67FC961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F3B05-9B23-4FC7-B9FB-867643DD65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01961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B8B685-9650-7317-D88F-2D00468F19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FA89BC9-9A1A-17D3-9240-E228A77D25A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D28AE8-DD67-0FEC-9706-E6C5039B5C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E7AF23-F725-92B8-53E7-E44CDA4915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A5208C-5E5A-4AE5-BC69-16516934A0E5}" type="datetimeFigureOut">
              <a:rPr lang="en-IN" smtClean="0"/>
              <a:t>17-06-2026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43B10B-8118-6F4C-0607-C8779F0545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05F0BA-3522-2392-67B4-E4ECCCBBF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F3B05-9B23-4FC7-B9FB-867643DD65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36814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0FC9CC-ED5D-1023-A5A6-B1AFEC9D6D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1A0C4F-26BC-9112-112E-93CF582B63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DA1A09-5C06-1A89-8213-89C0354E2D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A5208C-5E5A-4AE5-BC69-16516934A0E5}" type="datetimeFigureOut">
              <a:rPr lang="en-IN" smtClean="0"/>
              <a:t>17-06-2026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145345-D02B-323B-4722-D4A1672757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41723B-D54A-7309-501E-A832E4C4F8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F3B05-9B23-4FC7-B9FB-867643DD65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56622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C958B6F-3BB5-0041-275D-F94B2AA404C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59B1088-54BB-83BA-54BA-4F2374A040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21FF37-1870-E298-FD1C-F215C8709E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A5208C-5E5A-4AE5-BC69-16516934A0E5}" type="datetimeFigureOut">
              <a:rPr lang="en-IN" smtClean="0"/>
              <a:t>17-06-2026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E29005-FFE2-A090-9F77-6B1BC2B1BF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631CD3-1EA0-0B5C-F005-281E5A7E3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F3B05-9B23-4FC7-B9FB-867643DD65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73012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0B2ECF2-A80E-FB6E-075B-D9CBB2FEF8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D196E9-2643-AC0B-010E-DD7636585E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9B5086-2D0C-E825-E999-3BFBBA12F0B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9A5208C-5E5A-4AE5-BC69-16516934A0E5}" type="datetimeFigureOut">
              <a:rPr lang="en-IN" smtClean="0"/>
              <a:t>17-06-2026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3ECB8F-4AE5-81FE-EE95-93D37AFA03C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4FFDD0-51CA-3A66-3531-0E15689B50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0AF3B05-9B23-4FC7-B9FB-867643DD65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04966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99A6ABE-B61D-D045-03FE-2B3B2A61A128}"/>
              </a:ext>
            </a:extLst>
          </p:cNvPr>
          <p:cNvSpPr txBox="1"/>
          <p:nvPr/>
        </p:nvSpPr>
        <p:spPr>
          <a:xfrm>
            <a:off x="0" y="0"/>
            <a:ext cx="21434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Project :</a:t>
            </a:r>
            <a:endParaRPr lang="en-IN" sz="28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9874249-1A37-2802-7DED-AA44A1F474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1716" y="390832"/>
            <a:ext cx="10287000" cy="6076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76097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031D90B-8E76-8BEF-3B54-65CF17A36299}"/>
              </a:ext>
            </a:extLst>
          </p:cNvPr>
          <p:cNvSpPr txBox="1"/>
          <p:nvPr/>
        </p:nvSpPr>
        <p:spPr>
          <a:xfrm>
            <a:off x="0" y="0"/>
            <a:ext cx="12192000" cy="6494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u="sng" dirty="0">
                <a:solidFill>
                  <a:schemeClr val="tx2">
                    <a:lumMod val="90000"/>
                    <a:lumOff val="10000"/>
                  </a:schemeClr>
                </a:solidFill>
              </a:rPr>
              <a:t>Aim:</a:t>
            </a:r>
          </a:p>
          <a:p>
            <a:endParaRPr lang="en-US" sz="5400" b="1" u="sng" dirty="0">
              <a:solidFill>
                <a:schemeClr val="tx2">
                  <a:lumMod val="90000"/>
                  <a:lumOff val="10000"/>
                </a:schemeClr>
              </a:solidFill>
            </a:endParaRPr>
          </a:p>
          <a:p>
            <a:r>
              <a:rPr lang="en-US" sz="4400" b="1" dirty="0"/>
              <a:t>To develop a console-based Tic Tac Toe / Snake Game in C++ that demonstrates core programming concepts such as loops, arrays, functions, and conditional statements, while providing an interactive gaming experience with dynamic board display, win/loss detection, and replay functionality.</a:t>
            </a:r>
            <a:endParaRPr lang="en-IN" sz="4400" b="1" dirty="0"/>
          </a:p>
        </p:txBody>
      </p:sp>
    </p:spTree>
    <p:extLst>
      <p:ext uri="{BB962C8B-B14F-4D97-AF65-F5344CB8AC3E}">
        <p14:creationId xmlns:p14="http://schemas.microsoft.com/office/powerpoint/2010/main" val="18886697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BFCB48C-7A89-6B3A-6DB4-2491D19942AC}"/>
              </a:ext>
            </a:extLst>
          </p:cNvPr>
          <p:cNvSpPr txBox="1"/>
          <p:nvPr/>
        </p:nvSpPr>
        <p:spPr>
          <a:xfrm>
            <a:off x="0" y="0"/>
            <a:ext cx="12192000" cy="73866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u="sng" dirty="0">
                <a:solidFill>
                  <a:schemeClr val="tx2">
                    <a:lumMod val="90000"/>
                    <a:lumOff val="10000"/>
                  </a:schemeClr>
                </a:solidFill>
              </a:rPr>
              <a:t>Key Features:</a:t>
            </a:r>
          </a:p>
          <a:p>
            <a:pPr marL="285750" indent="-285750">
              <a:buClr>
                <a:schemeClr val="tx2">
                  <a:lumMod val="75000"/>
                  <a:lumOff val="25000"/>
                </a:schemeClr>
              </a:buClr>
              <a:buFont typeface="Wingdings" panose="05000000000000000000" pitchFamily="2" charset="2"/>
              <a:buChar char="Ø"/>
            </a:pPr>
            <a:r>
              <a:rPr lang="en-US" sz="2800" b="1" dirty="0"/>
              <a:t>Console-Based Gameplay – Runs in the command-line interface using C++.</a:t>
            </a:r>
          </a:p>
          <a:p>
            <a:pPr marL="285750" indent="-285750">
              <a:buClr>
                <a:schemeClr val="tx2">
                  <a:lumMod val="75000"/>
                  <a:lumOff val="25000"/>
                </a:schemeClr>
              </a:buClr>
              <a:buFont typeface="Wingdings" panose="05000000000000000000" pitchFamily="2" charset="2"/>
              <a:buChar char="Ø"/>
            </a:pPr>
            <a:r>
              <a:rPr lang="en-US" sz="2800" b="1" dirty="0"/>
              <a:t>Dynamic Game Board Display – Updates and displays the game board after every move.</a:t>
            </a:r>
          </a:p>
          <a:p>
            <a:pPr marL="285750" indent="-285750">
              <a:buClr>
                <a:schemeClr val="tx2">
                  <a:lumMod val="75000"/>
                  <a:lumOff val="25000"/>
                </a:schemeClr>
              </a:buClr>
              <a:buFont typeface="Wingdings" panose="05000000000000000000" pitchFamily="2" charset="2"/>
              <a:buChar char="Ø"/>
            </a:pPr>
            <a:r>
              <a:rPr lang="en-US" sz="2800" b="1" dirty="0"/>
              <a:t>User Input Handling – Accepts and validates player inputs.</a:t>
            </a:r>
          </a:p>
          <a:p>
            <a:pPr marL="285750" indent="-285750">
              <a:buClr>
                <a:schemeClr val="tx2">
                  <a:lumMod val="75000"/>
                  <a:lumOff val="25000"/>
                </a:schemeClr>
              </a:buClr>
              <a:buFont typeface="Wingdings" panose="05000000000000000000" pitchFamily="2" charset="2"/>
              <a:buChar char="Ø"/>
            </a:pPr>
            <a:r>
              <a:rPr lang="en-US" sz="2800" b="1" dirty="0"/>
              <a:t>Loops and Conditional Logic – Uses loops and decision-making statements to control game flow.</a:t>
            </a:r>
          </a:p>
          <a:p>
            <a:pPr marL="285750" indent="-285750">
              <a:buClr>
                <a:schemeClr val="tx2">
                  <a:lumMod val="75000"/>
                  <a:lumOff val="25000"/>
                </a:schemeClr>
              </a:buClr>
              <a:buFont typeface="Wingdings" panose="05000000000000000000" pitchFamily="2" charset="2"/>
              <a:buChar char="Ø"/>
            </a:pPr>
            <a:r>
              <a:rPr lang="en-US" sz="2800" b="1" dirty="0"/>
              <a:t>Arrays for Data Storage – Stores and manages game board data using arrays.</a:t>
            </a:r>
          </a:p>
          <a:p>
            <a:pPr marL="285750" indent="-285750">
              <a:buClr>
                <a:schemeClr val="tx2">
                  <a:lumMod val="75000"/>
                  <a:lumOff val="25000"/>
                </a:schemeClr>
              </a:buClr>
              <a:buFont typeface="Wingdings" panose="05000000000000000000" pitchFamily="2" charset="2"/>
              <a:buChar char="Ø"/>
            </a:pPr>
            <a:r>
              <a:rPr lang="en-US" sz="2800" b="1" dirty="0"/>
              <a:t>Win/Loss Detection – Automatically checks for winning or losing conditions.</a:t>
            </a:r>
          </a:p>
          <a:p>
            <a:pPr marL="285750" indent="-285750">
              <a:buClr>
                <a:schemeClr val="tx2">
                  <a:lumMod val="75000"/>
                  <a:lumOff val="25000"/>
                </a:schemeClr>
              </a:buClr>
              <a:buFont typeface="Wingdings" panose="05000000000000000000" pitchFamily="2" charset="2"/>
              <a:buChar char="Ø"/>
            </a:pPr>
            <a:r>
              <a:rPr lang="en-US" sz="2800" b="1" dirty="0"/>
              <a:t>Draw Detection – Identifies when the game ends in a tie.</a:t>
            </a:r>
          </a:p>
          <a:p>
            <a:pPr marL="285750" indent="-285750">
              <a:buClr>
                <a:schemeClr val="tx2">
                  <a:lumMod val="75000"/>
                  <a:lumOff val="25000"/>
                </a:schemeClr>
              </a:buClr>
              <a:buFont typeface="Wingdings" panose="05000000000000000000" pitchFamily="2" charset="2"/>
              <a:buChar char="Ø"/>
            </a:pPr>
            <a:r>
              <a:rPr lang="en-US" sz="2800" b="1" dirty="0"/>
              <a:t>Replay Option – Allows players to restart and play the game again.</a:t>
            </a:r>
          </a:p>
          <a:p>
            <a:pPr marL="285750" indent="-285750">
              <a:buClr>
                <a:schemeClr val="tx2">
                  <a:lumMod val="75000"/>
                  <a:lumOff val="25000"/>
                </a:schemeClr>
              </a:buClr>
              <a:buFont typeface="Wingdings" panose="05000000000000000000" pitchFamily="2" charset="2"/>
              <a:buChar char="Ø"/>
            </a:pPr>
            <a:r>
              <a:rPr lang="en-US" sz="2800" b="1" dirty="0"/>
              <a:t>Interactive User Experience – Provides clear instructions and feedback during gameplay</a:t>
            </a:r>
            <a:r>
              <a:rPr lang="en-US" dirty="0"/>
              <a:t>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391492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9BFEE94-CEDB-9CD0-5184-429C20C4026A}"/>
              </a:ext>
            </a:extLst>
          </p:cNvPr>
          <p:cNvSpPr txBox="1"/>
          <p:nvPr/>
        </p:nvSpPr>
        <p:spPr>
          <a:xfrm>
            <a:off x="0" y="0"/>
            <a:ext cx="12192000" cy="6370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u="sng" dirty="0">
                <a:solidFill>
                  <a:schemeClr val="tx2">
                    <a:lumMod val="90000"/>
                    <a:lumOff val="10000"/>
                  </a:schemeClr>
                </a:solidFill>
              </a:rPr>
              <a:t>Scope of the Project (Tic-Tac-Toe Game):</a:t>
            </a:r>
          </a:p>
          <a:p>
            <a:endParaRPr lang="en-US" sz="4400" b="1" u="sng" dirty="0">
              <a:solidFill>
                <a:schemeClr val="tx2">
                  <a:lumMod val="90000"/>
                  <a:lumOff val="10000"/>
                </a:schemeClr>
              </a:solidFill>
            </a:endParaRPr>
          </a:p>
          <a:p>
            <a:r>
              <a:rPr lang="en-US" sz="4000" b="1" dirty="0"/>
              <a:t>This project provides a simple and interactive Tic-Tac-Toe game for two players. It helps users improve logical thinking and decision-making skills while demonstrating programming concepts such as arrays, loops, functions, and conditional statements. The project can be further enhanced by adding a computer opponent, score tracking, and a graphical user interface.</a:t>
            </a:r>
            <a:endParaRPr lang="en-IN" sz="4000" b="1" dirty="0"/>
          </a:p>
        </p:txBody>
      </p:sp>
    </p:spTree>
    <p:extLst>
      <p:ext uri="{BB962C8B-B14F-4D97-AF65-F5344CB8AC3E}">
        <p14:creationId xmlns:p14="http://schemas.microsoft.com/office/powerpoint/2010/main" val="3688453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04FC4AB-3B5C-D317-FC3B-C4D26AC1B8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430652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79758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9978B21-9611-679B-EF9C-E90DD97543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38229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68897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49C182C-6DE0-B6B7-22DF-26660AE309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405089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38196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55BB753-0CCF-A2C7-1B23-E3EF1D47D8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51994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75886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A6057AF-6818-1C3C-179A-925A271289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431330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7728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0EE9068-6C39-F220-04A2-8318E6B182B4}"/>
              </a:ext>
            </a:extLst>
          </p:cNvPr>
          <p:cNvSpPr txBox="1"/>
          <p:nvPr/>
        </p:nvSpPr>
        <p:spPr>
          <a:xfrm>
            <a:off x="0" y="0"/>
            <a:ext cx="12192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u="sng" dirty="0">
                <a:solidFill>
                  <a:schemeClr val="tx2">
                    <a:lumMod val="90000"/>
                    <a:lumOff val="10000"/>
                  </a:schemeClr>
                </a:solidFill>
              </a:rPr>
              <a:t>Output:</a:t>
            </a:r>
            <a:endParaRPr lang="en-IN" sz="5400" b="1" u="sng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A7F6C98-C75F-32A6-924B-D4854750DF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922" y="923330"/>
            <a:ext cx="3410426" cy="58015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42271DE-383F-2375-9CB3-0799A8642E9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80944" y="1357023"/>
            <a:ext cx="3200847" cy="414395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11DC764-0610-339F-BF8C-DCF4EB73D69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36229" y="1714259"/>
            <a:ext cx="3362794" cy="3429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05599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C795A9D-5EA4-BBFF-0F81-7B257B9F158E}"/>
              </a:ext>
            </a:extLst>
          </p:cNvPr>
          <p:cNvSpPr txBox="1"/>
          <p:nvPr/>
        </p:nvSpPr>
        <p:spPr>
          <a:xfrm>
            <a:off x="0" y="0"/>
            <a:ext cx="12192000" cy="6124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5400" b="1" u="sng" dirty="0">
                <a:solidFill>
                  <a:schemeClr val="tx2">
                    <a:lumMod val="90000"/>
                    <a:lumOff val="10000"/>
                  </a:schemeClr>
                </a:solidFill>
              </a:rPr>
              <a:t>Conclusion:</a:t>
            </a:r>
          </a:p>
          <a:p>
            <a:r>
              <a:rPr lang="en-IN" sz="4000" b="1" dirty="0"/>
              <a:t>The Tic Tac Toe Game was successfully developed using C++. The project demonstrates the use of arrays, loops, and conditional statements for implementing game logic. The game dynamically updates the board after each move, detects winning conditions, and provides a replay option. It serves as a simple and interactive application for understanding basic programming concepts.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208520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306</Words>
  <Application>Microsoft Office PowerPoint</Application>
  <PresentationFormat>Widescreen</PresentationFormat>
  <Paragraphs>20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Aptos</vt:lpstr>
      <vt:lpstr>Aptos Display</vt:lpstr>
      <vt:lpstr>Arial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OMKAR HATTALI</dc:creator>
  <cp:lastModifiedBy>OMKAR HATTALI</cp:lastModifiedBy>
  <cp:revision>1</cp:revision>
  <dcterms:created xsi:type="dcterms:W3CDTF">2026-06-17T10:46:34Z</dcterms:created>
  <dcterms:modified xsi:type="dcterms:W3CDTF">2026-06-17T11:14:59Z</dcterms:modified>
</cp:coreProperties>
</file>